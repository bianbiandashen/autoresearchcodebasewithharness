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AutoResearchCodebaseWithHarness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29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睡觉时自动优化代码，醒来收获生产级改进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0" y="3657600"/>
            <a:ext cx="1828800" cy="457200"/>
          </a:xfrm>
          <a:prstGeom prst="roundRect">
            <a:avLst/>
          </a:prstGeom>
          <a:solidFill>
            <a:srgbClr val="6C5CE7"/>
          </a:solidFill>
          <a:ln w="12700">
            <a:solidFill>
              <a:srgbClr val="A29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🔥 Karpathy 认证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0" y="3657600"/>
            <a:ext cx="1828800" cy="457200"/>
          </a:xfrm>
          <a:prstGeom prst="roundRect">
            <a:avLst/>
          </a:prstGeom>
          <a:solidFill>
            <a:srgbClr val="6C5CE7"/>
          </a:solidFill>
          <a:ln w="12700">
            <a:solidFill>
              <a:srgbClr val="A29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Rust 高性能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52160" y="3657600"/>
            <a:ext cx="1828800" cy="457200"/>
          </a:xfrm>
          <a:prstGeom prst="roundRect">
            <a:avLst/>
          </a:prstGeom>
          <a:solidFill>
            <a:srgbClr val="6C5CE7"/>
          </a:solidFill>
          <a:ln w="12700">
            <a:solidFill>
              <a:srgbClr val="A29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完全自主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29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github.com/bianbiandashen/AutoResearchCodebaseWithHarness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核心理念：通宵自主研究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2286000" cy="320040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6C5C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💤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睡觉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启动优化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无需守候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0" y="27432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C5CE7"/>
                </a:solidFill>
              </a:rPr>
              <a:t>→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3657600" y="1371600"/>
            <a:ext cx="2286000" cy="320040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00B8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6459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☕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365760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醒来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57600" y="31089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查看结果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自动完成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35040" y="27432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C5CE7"/>
                </a:solidFill>
              </a:rPr>
              <a:t>→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400800" y="1371600"/>
            <a:ext cx="2286000" cy="320040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FDCB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6459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🚀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640080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00800" y="31089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应用生产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立即收益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5C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36× 更快的迭代速度  •  零人工干预  •  完全可重现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真实案例：优化 Karpathy 的 nanochat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438912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D630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30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优化前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3291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val_bpb: 2.8347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训练时间: 8.2 小时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VRAM: 18.4 GB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成本: $16.40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手动调参: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3周工程师时间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凭经验猜测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结果不可重现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438912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B8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优化后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212080" y="1828800"/>
            <a:ext cx="3291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val_bpb: 2.7534 ✨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训练时间: 7.5 小时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VRAM: 18.6 GB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成本: $15.00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自动优化: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2小时通宵运行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测试15种配置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Git历史可追溯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06240" y="292608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C5CE7"/>
                </a:solidFill>
              </a:rPr>
              <a:t>→</a:t>
            </a:r>
            <a:endParaRPr lang="en-US" sz="6000" dirty="0"/>
          </a:p>
        </p:txBody>
      </p:sp>
      <p:sp>
        <p:nvSpPr>
          <p:cNvPr id="11" name="Shape 9"/>
          <p:cNvSpPr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5760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💰 提升 2.87%  •  节省 $140/月  •  无需人工干预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数据说话：真实生产收益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1645920"/>
          </a:xfrm>
          <a:prstGeom prst="roundRect">
            <a:avLst/>
          </a:prstGeom>
          <a:solidFill>
            <a:srgbClr val="6C5CE7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迭代速度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36×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9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倍提升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1371600"/>
            <a:ext cx="3657600" cy="1645920"/>
          </a:xfrm>
          <a:prstGeom prst="roundRect">
            <a:avLst/>
          </a:prstGeom>
          <a:solidFill>
            <a:srgbClr val="00B894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8745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493776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9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4/15保留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3657600" cy="1645920"/>
          </a:xfrm>
          <a:prstGeom prst="roundRect">
            <a:avLst/>
          </a:prstGeom>
          <a:solidFill>
            <a:srgbClr val="FDCB6E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月节省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977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$140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731520" y="4709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9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训练成本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3474720"/>
            <a:ext cx="3657600" cy="1645920"/>
          </a:xfrm>
          <a:prstGeom prst="roundRect">
            <a:avLst/>
          </a:prstGeom>
          <a:solidFill>
            <a:srgbClr val="6C5CE7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运行时间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977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2h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4937760" y="4709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9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通宵完成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669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15 次实验，2 小时运行时间，Karpathy nanochat 优化案例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框架架构：三层设计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743200" cy="1188720"/>
          </a:xfrm>
          <a:prstGeom prst="rect">
            <a:avLst/>
          </a:prstGeom>
          <a:solidFill>
            <a:srgbClr val="6C5CE7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研究引擎</a:t>
            </a:r>
            <a:endParaRPr lang="en-US" sz="16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Research Engine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0" y="1325880"/>
            <a:ext cx="1280160" cy="914400"/>
          </a:xfrm>
          <a:prstGeom prst="rect">
            <a:avLst/>
          </a:prstGeom>
          <a:solidFill>
            <a:srgbClr val="F8F9FA"/>
          </a:solidFill>
          <a:ln w="25400">
            <a:solidFill>
              <a:srgbClr val="6C5C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15087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假设生成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0" y="1325880"/>
            <a:ext cx="1280160" cy="914400"/>
          </a:xfrm>
          <a:prstGeom prst="rect">
            <a:avLst/>
          </a:prstGeom>
          <a:solidFill>
            <a:srgbClr val="F8F9FA"/>
          </a:solidFill>
          <a:ln w="25400">
            <a:solidFill>
              <a:srgbClr val="6C5C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5087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实验设计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1325880"/>
            <a:ext cx="1280160" cy="914400"/>
          </a:xfrm>
          <a:prstGeom prst="rect">
            <a:avLst/>
          </a:prstGeom>
          <a:solidFill>
            <a:srgbClr val="F8F9FA"/>
          </a:solidFill>
          <a:ln w="25400">
            <a:solidFill>
              <a:srgbClr val="6C5C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5087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结果分析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0" y="1325880"/>
            <a:ext cx="1280160" cy="914400"/>
          </a:xfrm>
          <a:prstGeom prst="rect">
            <a:avLst/>
          </a:prstGeom>
          <a:solidFill>
            <a:srgbClr val="F8F9FA"/>
          </a:solidFill>
          <a:ln w="25400">
            <a:solidFill>
              <a:srgbClr val="6C5C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0" y="15087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决策制定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45920" y="2423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C5CE7"/>
                </a:solidFill>
              </a:rPr>
              <a:t>↓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2743200" cy="1188720"/>
          </a:xfrm>
          <a:prstGeom prst="rect">
            <a:avLst/>
          </a:prstGeom>
          <a:solidFill>
            <a:srgbClr val="00B894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63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执行框架</a:t>
            </a:r>
            <a:endParaRPr lang="en-US" sz="16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0" y="2880360"/>
            <a:ext cx="1280160" cy="914400"/>
          </a:xfrm>
          <a:prstGeom prst="rect">
            <a:avLst/>
          </a:prstGeom>
          <a:solidFill>
            <a:srgbClr val="F8F9FA"/>
          </a:solidFill>
          <a:ln w="25400">
            <a:solidFill>
              <a:srgbClr val="00B8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30632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隔离执行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2880360"/>
            <a:ext cx="1280160" cy="914400"/>
          </a:xfrm>
          <a:prstGeom prst="rect">
            <a:avLst/>
          </a:prstGeom>
          <a:solidFill>
            <a:srgbClr val="F8F9FA"/>
          </a:solidFill>
          <a:ln w="25400">
            <a:solidFill>
              <a:srgbClr val="00B89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0632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资源监控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2880360"/>
            <a:ext cx="1280160" cy="914400"/>
          </a:xfrm>
          <a:prstGeom prst="rect">
            <a:avLst/>
          </a:prstGeom>
          <a:solidFill>
            <a:srgbClr val="F8F9FA"/>
          </a:solidFill>
          <a:ln w="25400">
            <a:solidFill>
              <a:srgbClr val="00B89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0632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超时控制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0" y="2880360"/>
            <a:ext cx="1280160" cy="914400"/>
          </a:xfrm>
          <a:prstGeom prst="rect">
            <a:avLst/>
          </a:prstGeom>
          <a:solidFill>
            <a:srgbClr val="F8F9FA"/>
          </a:solidFill>
          <a:ln w="25400">
            <a:solidFill>
              <a:srgbClr val="00B89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30632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结果收集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45920" y="3977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C5CE7"/>
                </a:solidFill>
              </a:rPr>
              <a:t>↓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457200" y="4297680"/>
            <a:ext cx="2743200" cy="1188720"/>
          </a:xfrm>
          <a:prstGeom prst="rect">
            <a:avLst/>
          </a:prstGeom>
          <a:solidFill>
            <a:srgbClr val="FDCB6E"/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617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代码智能</a:t>
            </a:r>
            <a:endParaRPr lang="en-US" sz="16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Codebase Intelligence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57600" y="4434840"/>
            <a:ext cx="1280160" cy="914400"/>
          </a:xfrm>
          <a:prstGeom prst="rect">
            <a:avLst/>
          </a:prstGeom>
          <a:solidFill>
            <a:srgbClr val="F8F9FA"/>
          </a:solidFill>
          <a:ln w="25400">
            <a:solidFill>
              <a:srgbClr val="FDCB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46177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AST解析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0" y="4434840"/>
            <a:ext cx="1280160" cy="914400"/>
          </a:xfrm>
          <a:prstGeom prst="rect">
            <a:avLst/>
          </a:prstGeom>
          <a:solidFill>
            <a:srgbClr val="F8F9FA"/>
          </a:solidFill>
          <a:ln w="25400">
            <a:solidFill>
              <a:srgbClr val="FDCB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46177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依赖跟踪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0" y="4434840"/>
            <a:ext cx="1280160" cy="914400"/>
          </a:xfrm>
          <a:prstGeom prst="rect">
            <a:avLst/>
          </a:prstGeom>
          <a:solidFill>
            <a:srgbClr val="F8F9FA"/>
          </a:solidFill>
          <a:ln w="25400">
            <a:solidFill>
              <a:srgbClr val="FDCB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46177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772400" y="4434840"/>
            <a:ext cx="1280160" cy="914400"/>
          </a:xfrm>
          <a:prstGeom prst="rect">
            <a:avLst/>
          </a:prstGeom>
          <a:solidFill>
            <a:srgbClr val="F8F9FA"/>
          </a:solidFill>
          <a:ln w="25400">
            <a:solidFill>
              <a:srgbClr val="FDCB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0" y="46177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复杂度量化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 vs 自动：为什么选择自动化？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743200" cy="457200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特性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1097280"/>
            <a:ext cx="2743200" cy="457200"/>
          </a:xfrm>
          <a:prstGeom prst="rect">
            <a:avLst/>
          </a:prstGeom>
          <a:solidFill>
            <a:srgbClr val="D63031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1143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手动调参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0" y="1097280"/>
            <a:ext cx="2743200" cy="4572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0" y="1143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自动优化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2743200" cy="640080"/>
          </a:xfrm>
          <a:prstGeom prst="rect">
            <a:avLst/>
          </a:prstGeom>
          <a:solidFill>
            <a:srgbClr val="F8F9FA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时间投入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0" y="1554480"/>
            <a:ext cx="2743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2-3 周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0" y="1554480"/>
            <a:ext cx="2743200" cy="640080"/>
          </a:xfrm>
          <a:prstGeom prst="rect">
            <a:avLst/>
          </a:prstGeom>
          <a:solidFill>
            <a:srgbClr val="00B894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小时 ✨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194560"/>
            <a:ext cx="2743200" cy="640080"/>
          </a:xfrm>
          <a:prstGeom prst="rect">
            <a:avLst/>
          </a:prstGeom>
          <a:solidFill>
            <a:srgbClr val="F8F9FA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31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工程师成本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0" y="2194560"/>
            <a:ext cx="2743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2331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0" y="2194560"/>
            <a:ext cx="2743200" cy="640080"/>
          </a:xfrm>
          <a:prstGeom prst="rect">
            <a:avLst/>
          </a:prstGeom>
          <a:solidFill>
            <a:srgbClr val="00B894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2331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 ✨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2834640"/>
            <a:ext cx="2743200" cy="640080"/>
          </a:xfrm>
          <a:prstGeom prst="rect">
            <a:avLst/>
          </a:prstGeom>
          <a:solidFill>
            <a:srgbClr val="F8F9FA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可重现性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00400" y="2834640"/>
            <a:ext cx="2743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43600" y="2834640"/>
            <a:ext cx="2743200" cy="640080"/>
          </a:xfrm>
          <a:prstGeom prst="rect">
            <a:avLst/>
          </a:prstGeom>
          <a:solidFill>
            <a:srgbClr val="00B894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完美 ✨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3474720"/>
            <a:ext cx="2743200" cy="640080"/>
          </a:xfrm>
          <a:prstGeom prst="rect">
            <a:avLst/>
          </a:prstGeom>
          <a:solidFill>
            <a:srgbClr val="F8F9FA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611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迭代速度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200400" y="3474720"/>
            <a:ext cx="2743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0" y="3611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1×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943600" y="3474720"/>
            <a:ext cx="2743200" cy="640080"/>
          </a:xfrm>
          <a:prstGeom prst="rect">
            <a:avLst/>
          </a:prstGeom>
          <a:solidFill>
            <a:srgbClr val="00B894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3611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36× ✨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4114800"/>
            <a:ext cx="2743200" cy="640080"/>
          </a:xfrm>
          <a:prstGeom prst="rect">
            <a:avLst/>
          </a:prstGeom>
          <a:solidFill>
            <a:srgbClr val="F8F9FA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251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结果质量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200400" y="4114800"/>
            <a:ext cx="2743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0" y="4251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依赖经验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943600" y="4114800"/>
            <a:ext cx="2743200" cy="640080"/>
          </a:xfrm>
          <a:prstGeom prst="rect">
            <a:avLst/>
          </a:prstGeom>
          <a:solidFill>
            <a:srgbClr val="00B894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0" y="4251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 ✨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57200" y="5394960"/>
            <a:ext cx="8229600" cy="64008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结论：自动化节省时间、降低成本、提升质量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立即开始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14400" y="2560320"/>
            <a:ext cx="7315200" cy="640080"/>
          </a:xfrm>
          <a:prstGeom prst="roundRect">
            <a:avLst/>
          </a:prstGeom>
          <a:solidFill>
            <a:srgbClr val="6C5CE7"/>
          </a:solidFill>
          <a:ln w="25400">
            <a:solidFill>
              <a:srgbClr val="A29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26974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 git clone github.com/bianbiandashen/AutoResearchCodebaseWithHarness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3383280"/>
            <a:ext cx="7315200" cy="640080"/>
          </a:xfrm>
          <a:prstGeom prst="roundRect">
            <a:avLst/>
          </a:prstGeom>
          <a:solidFill>
            <a:srgbClr val="6C5CE7"/>
          </a:solidFill>
          <a:ln w="25400">
            <a:solidFill>
              <a:srgbClr val="A29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5204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 cargo run --example nanochat_optimization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4206240"/>
            <a:ext cx="7315200" cy="640080"/>
          </a:xfrm>
          <a:prstGeom prst="roundRect">
            <a:avLst/>
          </a:prstGeom>
          <a:solidFill>
            <a:srgbClr val="6C5CE7"/>
          </a:solidFill>
          <a:ln w="25400">
            <a:solidFill>
              <a:srgbClr val="A29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3434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 睡觉 💤 → 醒来 ☕ → 收获生产级优化 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486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29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GitHub Stars  •  🔥 生产验证  •  📖 完整文档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github.com/bianbiandashen/AutoResearchCodebaseWithHarness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2026-03-31T13:01:45Z</dcterms:created>
  <dcterms:modified xsi:type="dcterms:W3CDTF">2026-03-31T13:01:45Z</dcterms:modified>
</cp:coreProperties>
</file>